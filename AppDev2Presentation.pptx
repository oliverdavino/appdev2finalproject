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50"/>
  </p:normalViewPr>
  <p:slideViewPr>
    <p:cSldViewPr snapToGrid="0">
      <p:cViewPr>
        <p:scale>
          <a:sx n="88" d="100"/>
          <a:sy n="88" d="100"/>
        </p:scale>
        <p:origin x="144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20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8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90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1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57613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47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043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713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44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13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3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7062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rteil.dashnet.org/cookieclicker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make/AuwvSQ1reE6lIlFVZbPo0m/Mobile-Game-Development?t=SQB13YWjqn0oM0GU-1&amp;preview-route=%2Fgame" TargetMode="External"/><Relationship Id="rId2" Type="http://schemas.openxmlformats.org/officeDocument/2006/relationships/hyperlink" Target="https://github.com/OliverDAvino/AppDev2FinalProject.gi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77712-1E0B-13FB-BB62-3E8187E0C5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617" y="963699"/>
            <a:ext cx="4960388" cy="2470307"/>
          </a:xfrm>
        </p:spPr>
        <p:txBody>
          <a:bodyPr>
            <a:normAutofit/>
          </a:bodyPr>
          <a:lstStyle/>
          <a:p>
            <a:r>
              <a:rPr lang="en-US" sz="5400"/>
              <a:t>Garden Clicker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538ECE-8C30-4977-1ED3-7F666B05B0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2617" y="3448294"/>
            <a:ext cx="4960388" cy="1693553"/>
          </a:xfrm>
        </p:spPr>
        <p:txBody>
          <a:bodyPr>
            <a:normAutofit/>
          </a:bodyPr>
          <a:lstStyle/>
          <a:p>
            <a:r>
              <a:rPr lang="en-US"/>
              <a:t>By: Oliver D’Avino &amp; Kiara Bartuccio</a:t>
            </a:r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B1B8B780-99C4-4D1C-A595-95814562E3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99254" y="482171"/>
            <a:ext cx="4652668" cy="5149101"/>
            <a:chOff x="6899254" y="482171"/>
            <a:chExt cx="4652668" cy="5149101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BA9ECF46-35B4-46C2-90A2-4139C2363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99254" y="482171"/>
              <a:ext cx="4652668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62D4C1CC-A887-4EA5-9B81-A576F5D0F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239487" y="812507"/>
              <a:ext cx="400124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6" name="Picture 2" descr="A red flower with a yellow center in the middle · Free Stock Photo">
            <a:extLst>
              <a:ext uri="{FF2B5EF4-FFF2-40B4-BE49-F238E27FC236}">
                <a16:creationId xmlns:a16="http://schemas.microsoft.com/office/drawing/2014/main" id="{1A70226F-CFA4-5E76-D04A-592586A8E0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7" r="16003" b="-1"/>
          <a:stretch>
            <a:fillRect/>
          </a:stretch>
        </p:blipFill>
        <p:spPr bwMode="auto">
          <a:xfrm>
            <a:off x="7555450" y="1116345"/>
            <a:ext cx="3360025" cy="3866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062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EC11D-69A3-0536-D0BD-C4F6E2AD0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garden clicker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C6E4EA-1EB5-38BB-62A0-E7018C192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5395365" cy="3739896"/>
          </a:xfrm>
        </p:spPr>
        <p:txBody>
          <a:bodyPr/>
          <a:lstStyle/>
          <a:p>
            <a:r>
              <a:rPr lang="en-US" dirty="0"/>
              <a:t>2D Pixelated clicker game</a:t>
            </a:r>
          </a:p>
          <a:p>
            <a:r>
              <a:rPr lang="en-US" dirty="0"/>
              <a:t>Related to Cookie Clicker</a:t>
            </a:r>
          </a:p>
          <a:p>
            <a:r>
              <a:rPr lang="en-US" dirty="0"/>
              <a:t>Click the flower to increase flower count</a:t>
            </a:r>
          </a:p>
          <a:p>
            <a:r>
              <a:rPr lang="en-US" dirty="0"/>
              <a:t>Buy upgrades to passively increase flowers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3082335C-665F-AF8E-56F3-428D1AD2FFEB}"/>
              </a:ext>
            </a:extLst>
          </p:cNvPr>
          <p:cNvSpPr txBox="1"/>
          <p:nvPr/>
        </p:nvSpPr>
        <p:spPr>
          <a:xfrm flipH="1">
            <a:off x="700634" y="5574268"/>
            <a:ext cx="5850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orteil.dashnet.org</a:t>
            </a:r>
            <a:r>
              <a:rPr lang="en-US" dirty="0"/>
              <a:t>/</a:t>
            </a:r>
            <a:r>
              <a:rPr lang="en-US" dirty="0" err="1"/>
              <a:t>cookieclicker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42846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FE2E4-F4AA-F4C0-A7CF-380AEE9F4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E333C-D2AC-2A42-32DE-93D1B66C8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will be a large flower on the left side of the screen that the player can click which grants the player 1 flower per click. </a:t>
            </a:r>
          </a:p>
          <a:p>
            <a:r>
              <a:rPr lang="en-US" dirty="0"/>
              <a:t>The center of the screen will have a garden that displays flowers/the upgrades</a:t>
            </a:r>
          </a:p>
          <a:p>
            <a:r>
              <a:rPr lang="en-US" dirty="0"/>
              <a:t>The right side of the screen will display the upgrades.</a:t>
            </a:r>
          </a:p>
        </p:txBody>
      </p:sp>
    </p:spTree>
    <p:extLst>
      <p:ext uri="{BB962C8B-B14F-4D97-AF65-F5344CB8AC3E}">
        <p14:creationId xmlns:p14="http://schemas.microsoft.com/office/powerpoint/2010/main" val="89258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D4E7B-D592-204C-3F92-7FDCB40D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F0A7D0-BA66-02BE-88A3-16940DC2B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6" y="2221992"/>
            <a:ext cx="5264736" cy="3739896"/>
          </a:xfrm>
        </p:spPr>
        <p:txBody>
          <a:bodyPr>
            <a:normAutofit/>
          </a:bodyPr>
          <a:lstStyle/>
          <a:p>
            <a:r>
              <a:rPr lang="en-US" dirty="0"/>
              <a:t>Log in, register, forget password</a:t>
            </a:r>
          </a:p>
          <a:p>
            <a:r>
              <a:rPr lang="en-US" dirty="0"/>
              <a:t>Scoreboard(database)</a:t>
            </a:r>
          </a:p>
          <a:p>
            <a:r>
              <a:rPr lang="en-US" dirty="0"/>
              <a:t>Firebase</a:t>
            </a:r>
          </a:p>
          <a:p>
            <a:r>
              <a:rPr lang="en-US" dirty="0"/>
              <a:t>Flame Game Engine</a:t>
            </a:r>
          </a:p>
          <a:p>
            <a:r>
              <a:rPr lang="en-US" dirty="0"/>
              <a:t>Notifications /Achievements</a:t>
            </a:r>
          </a:p>
          <a:p>
            <a:r>
              <a:rPr lang="en-US" dirty="0"/>
              <a:t>Screen routing (Login, Main, Rebirth)</a:t>
            </a:r>
          </a:p>
          <a:p>
            <a:r>
              <a:rPr lang="en-US" dirty="0"/>
              <a:t>Save &amp;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1DC9-C69A-9F3B-43FC-93DDB61EBE05}"/>
              </a:ext>
            </a:extLst>
          </p:cNvPr>
          <p:cNvSpPr txBox="1"/>
          <p:nvPr/>
        </p:nvSpPr>
        <p:spPr>
          <a:xfrm>
            <a:off x="6400801" y="2221992"/>
            <a:ext cx="4991099" cy="6961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Main Screen (game)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Upgrade system(</a:t>
            </a:r>
            <a:r>
              <a:rPr lang="en-US" sz="2000" dirty="0" err="1"/>
              <a:t>GridView</a:t>
            </a:r>
            <a:r>
              <a:rPr lang="en-US" sz="20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Dynamic UI (Upgrades get displayed)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Settings/Popup menu(</a:t>
            </a:r>
            <a:r>
              <a:rPr lang="en-US" sz="2000" dirty="0" err="1"/>
              <a:t>darkmode</a:t>
            </a:r>
            <a:r>
              <a:rPr lang="en-US" sz="2000" dirty="0"/>
              <a:t>, volume. </a:t>
            </a:r>
            <a:r>
              <a:rPr lang="en-US" sz="2000" dirty="0" err="1"/>
              <a:t>etc</a:t>
            </a:r>
            <a:r>
              <a:rPr lang="en-US" sz="20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Splash screen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Multimedia, audio, images, animations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695366-E426-30AE-E46B-7F02916936F2}"/>
              </a:ext>
            </a:extLst>
          </p:cNvPr>
          <p:cNvSpPr txBox="1"/>
          <p:nvPr/>
        </p:nvSpPr>
        <p:spPr>
          <a:xfrm>
            <a:off x="700636" y="1727248"/>
            <a:ext cx="4086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Back End: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E9E7B-7D89-01FC-FA4C-DF6E0451C5B0}"/>
              </a:ext>
            </a:extLst>
          </p:cNvPr>
          <p:cNvSpPr txBox="1"/>
          <p:nvPr/>
        </p:nvSpPr>
        <p:spPr>
          <a:xfrm>
            <a:off x="6400801" y="1727224"/>
            <a:ext cx="35015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Front End &amp; UX</a:t>
            </a:r>
          </a:p>
        </p:txBody>
      </p:sp>
    </p:spTree>
    <p:extLst>
      <p:ext uri="{BB962C8B-B14F-4D97-AF65-F5344CB8AC3E}">
        <p14:creationId xmlns:p14="http://schemas.microsoft.com/office/powerpoint/2010/main" val="242191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90F6-5E51-AECA-D01F-7582B413F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86F50-C0B0-0D96-6AA0-AD7AA51A4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application begins with a splash screen that displays our logo and names.</a:t>
            </a:r>
          </a:p>
          <a:p>
            <a:r>
              <a:rPr lang="en-US" dirty="0"/>
              <a:t>Then the game will enter the main menu that displays Play, Login and Quit</a:t>
            </a:r>
          </a:p>
          <a:p>
            <a:r>
              <a:rPr lang="en-US" dirty="0"/>
              <a:t>If the user clicks login, prompt the user to login.</a:t>
            </a:r>
          </a:p>
          <a:p>
            <a:r>
              <a:rPr lang="en-US" dirty="0"/>
              <a:t>If the user selects register, route to register screen.</a:t>
            </a:r>
          </a:p>
          <a:p>
            <a:r>
              <a:rPr lang="en-US" dirty="0"/>
              <a:t>Once the user clicks play, they will be routed to the main game.</a:t>
            </a:r>
          </a:p>
          <a:p>
            <a:r>
              <a:rPr lang="en-US" dirty="0"/>
              <a:t>If the user rebirths, there will be another screen that allows them to get secret upgrades.</a:t>
            </a:r>
          </a:p>
          <a:p>
            <a:r>
              <a:rPr lang="en-US" dirty="0"/>
              <a:t>Options screen will display when the user clicks the options button. (Back button to return).</a:t>
            </a:r>
          </a:p>
        </p:txBody>
      </p:sp>
    </p:spTree>
    <p:extLst>
      <p:ext uri="{BB962C8B-B14F-4D97-AF65-F5344CB8AC3E}">
        <p14:creationId xmlns:p14="http://schemas.microsoft.com/office/powerpoint/2010/main" val="1764163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Database, backend, Front-End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using Firebase</a:t>
            </a:r>
          </a:p>
          <a:p>
            <a:r>
              <a:rPr lang="en-US" dirty="0"/>
              <a:t>Works incredibly well with flutter applications</a:t>
            </a:r>
          </a:p>
          <a:p>
            <a:r>
              <a:rPr lang="en-US" dirty="0"/>
              <a:t>We will use the Flame game engine</a:t>
            </a:r>
          </a:p>
          <a:p>
            <a:r>
              <a:rPr lang="en-US" dirty="0"/>
              <a:t>Sprites will either be gotten online or made by us. (</a:t>
            </a:r>
            <a:r>
              <a:rPr lang="en-US" dirty="0" err="1"/>
              <a:t>Aesprite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2133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CLIENTS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Casual gamers</a:t>
            </a:r>
          </a:p>
          <a:p>
            <a:r>
              <a:rPr lang="en-US" dirty="0"/>
              <a:t>Fans of clicker/idle games</a:t>
            </a:r>
          </a:p>
          <a:p>
            <a:r>
              <a:rPr lang="en-US" dirty="0"/>
              <a:t>Mobile gamers</a:t>
            </a:r>
          </a:p>
          <a:p>
            <a:r>
              <a:rPr lang="en-US" dirty="0"/>
              <a:t>Younger player/teens</a:t>
            </a:r>
          </a:p>
          <a:p>
            <a:r>
              <a:rPr lang="en-US" dirty="0"/>
              <a:t>People who enjoy playing less intense games</a:t>
            </a:r>
          </a:p>
          <a:p>
            <a:r>
              <a:rPr lang="en-US" dirty="0"/>
              <a:t>Students/busy people</a:t>
            </a:r>
          </a:p>
        </p:txBody>
      </p:sp>
    </p:spTree>
    <p:extLst>
      <p:ext uri="{BB962C8B-B14F-4D97-AF65-F5344CB8AC3E}">
        <p14:creationId xmlns:p14="http://schemas.microsoft.com/office/powerpoint/2010/main" val="1349561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E6B90-0C5E-2781-75C1-E49C446B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Links and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DCF63-F6EA-BBE1-A809-DB0C43686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Our GitHub Repo: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https://github.com/OliverDAvino/AppDev2FinalProject.git</a:t>
            </a:r>
            <a:endParaRPr lang="en-US" dirty="0"/>
          </a:p>
          <a:p>
            <a:r>
              <a:rPr lang="en-US" dirty="0"/>
              <a:t>Our GitHub usernames:</a:t>
            </a:r>
          </a:p>
          <a:p>
            <a:pPr marL="0" indent="0">
              <a:buNone/>
            </a:pPr>
            <a:r>
              <a:rPr lang="en-US" dirty="0"/>
              <a:t>Oliver: </a:t>
            </a:r>
            <a:r>
              <a:rPr lang="en-US" dirty="0" err="1"/>
              <a:t>OliverDAvino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Kiara: </a:t>
            </a:r>
            <a:r>
              <a:rPr lang="en-US" dirty="0" err="1"/>
              <a:t>Kiarabartuccio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Mockup:</a:t>
            </a:r>
          </a:p>
          <a:p>
            <a:pPr marL="0" indent="0">
              <a:buNone/>
            </a:pPr>
            <a:r>
              <a:rPr lang="en-CA" dirty="0">
                <a:hlinkClick r:id="rId3"/>
              </a:rPr>
              <a:t>https://www.figma.com/make/AuwvSQ1reE6lIlFVZbPo0m/Mobile-Game-Development?t=SQB13YWjqn0oM0GU-1&amp;preview-route=%2Fgame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94893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46B4-A6AC-DB62-B5E4-1252D39B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562" y="2121408"/>
            <a:ext cx="6320875" cy="1307592"/>
          </a:xfrm>
        </p:spPr>
        <p:txBody>
          <a:bodyPr>
            <a:noAutofit/>
          </a:bodyPr>
          <a:lstStyle/>
          <a:p>
            <a:r>
              <a:rPr lang="en-US" sz="72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38072655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441</TotalTime>
  <Words>397</Words>
  <Application>Microsoft Macintosh PowerPoint</Application>
  <PresentationFormat>Widescreen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Rockwell</vt:lpstr>
      <vt:lpstr>Gallery</vt:lpstr>
      <vt:lpstr>Garden Clicker</vt:lpstr>
      <vt:lpstr>What is garden clicker</vt:lpstr>
      <vt:lpstr>Design </vt:lpstr>
      <vt:lpstr>Functionalities</vt:lpstr>
      <vt:lpstr>Screen Flows</vt:lpstr>
      <vt:lpstr>Database, backend, Front-End</vt:lpstr>
      <vt:lpstr>POTENTIAL CLIENTS</vt:lpstr>
      <vt:lpstr>Additional Links and Details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D'Avino</dc:creator>
  <cp:lastModifiedBy>Oliver D'Avino</cp:lastModifiedBy>
  <cp:revision>4</cp:revision>
  <dcterms:created xsi:type="dcterms:W3CDTF">2026-03-25T23:00:10Z</dcterms:created>
  <dcterms:modified xsi:type="dcterms:W3CDTF">2026-03-27T00:20:14Z</dcterms:modified>
</cp:coreProperties>
</file>