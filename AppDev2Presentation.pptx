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50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6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3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19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28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89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36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605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578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511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981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262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orteil.dashnet.org/cookieclicker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liverDAvino/AppDev2FinalProject.gi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08BDD7-A5CE-321B-DC80-9803314763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000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777712-1E0B-13FB-BB62-3E8187E0C5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Garden Clicker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38ECE-8C30-4977-1ED3-7F666B05B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By: Oliver D’Avino &amp; Kiara Bartuccio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621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EC11D-69A3-0536-D0BD-C4F6E2AD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garden clicker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6E4EA-1EB5-38BB-62A0-E7018C192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5395365" cy="3739896"/>
          </a:xfrm>
        </p:spPr>
        <p:txBody>
          <a:bodyPr/>
          <a:lstStyle/>
          <a:p>
            <a:r>
              <a:rPr lang="en-US" dirty="0"/>
              <a:t>2D Pixelated clicker game</a:t>
            </a:r>
          </a:p>
          <a:p>
            <a:r>
              <a:rPr lang="en-US" dirty="0"/>
              <a:t>Related to Cookie Clicker</a:t>
            </a:r>
          </a:p>
          <a:p>
            <a:r>
              <a:rPr lang="en-US" dirty="0"/>
              <a:t>Click the flower to increase flower count</a:t>
            </a:r>
          </a:p>
          <a:p>
            <a:r>
              <a:rPr lang="en-US" dirty="0"/>
              <a:t>Buy upgrades to passively increase flowers</a:t>
            </a:r>
          </a:p>
        </p:txBody>
      </p:sp>
      <p:sp>
        <p:nvSpPr>
          <p:cNvPr id="4" name="TextBox 3">
            <a:hlinkClick r:id="rId2"/>
            <a:extLst>
              <a:ext uri="{FF2B5EF4-FFF2-40B4-BE49-F238E27FC236}">
                <a16:creationId xmlns:a16="http://schemas.microsoft.com/office/drawing/2014/main" id="{3082335C-665F-AF8E-56F3-428D1AD2FFEB}"/>
              </a:ext>
            </a:extLst>
          </p:cNvPr>
          <p:cNvSpPr txBox="1"/>
          <p:nvPr/>
        </p:nvSpPr>
        <p:spPr>
          <a:xfrm flipH="1">
            <a:off x="700635" y="5574268"/>
            <a:ext cx="4492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orteil.dashnet.org</a:t>
            </a:r>
            <a:r>
              <a:rPr lang="en-US" dirty="0"/>
              <a:t>/</a:t>
            </a:r>
            <a:r>
              <a:rPr lang="en-US" dirty="0" err="1"/>
              <a:t>cookieclicker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342846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FE2E4-F4AA-F4C0-A7CF-380AEE9F4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E333C-D2AC-2A42-32DE-93D1B66C8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will be a large flower on the left side of the screen that the player can click which grants the player 1 flower per click. </a:t>
            </a:r>
          </a:p>
          <a:p>
            <a:r>
              <a:rPr lang="en-US" dirty="0"/>
              <a:t>The center of the screen will have a garden that displays flowers/the upgrades</a:t>
            </a:r>
          </a:p>
          <a:p>
            <a:r>
              <a:rPr lang="en-US" dirty="0"/>
              <a:t>The right side of the screen will display the upgrades.</a:t>
            </a:r>
          </a:p>
        </p:txBody>
      </p:sp>
    </p:spTree>
    <p:extLst>
      <p:ext uri="{BB962C8B-B14F-4D97-AF65-F5344CB8AC3E}">
        <p14:creationId xmlns:p14="http://schemas.microsoft.com/office/powerpoint/2010/main" val="892589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D4E7B-D592-204C-3F92-7FDCB40D0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F0A7D0-BA66-02BE-88A3-16940DC2B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2221992"/>
            <a:ext cx="5264736" cy="3739896"/>
          </a:xfrm>
        </p:spPr>
        <p:txBody>
          <a:bodyPr/>
          <a:lstStyle/>
          <a:p>
            <a:r>
              <a:rPr lang="en-US" dirty="0"/>
              <a:t>Log in, register, forget password</a:t>
            </a:r>
          </a:p>
          <a:p>
            <a:r>
              <a:rPr lang="en-US" dirty="0"/>
              <a:t>Scoreboard(database)</a:t>
            </a:r>
          </a:p>
          <a:p>
            <a:r>
              <a:rPr lang="en-US" dirty="0"/>
              <a:t>Firebase</a:t>
            </a:r>
          </a:p>
          <a:p>
            <a:r>
              <a:rPr lang="en-US" dirty="0"/>
              <a:t>Flame Game Engine</a:t>
            </a:r>
          </a:p>
          <a:p>
            <a:r>
              <a:rPr lang="en-US" dirty="0"/>
              <a:t>Notifications /Achievements</a:t>
            </a:r>
          </a:p>
          <a:p>
            <a:r>
              <a:rPr lang="en-US" dirty="0"/>
              <a:t>Screen routing (Login, Main, Rebirth)</a:t>
            </a:r>
          </a:p>
          <a:p>
            <a:r>
              <a:rPr lang="en-US" dirty="0"/>
              <a:t>Save &amp; Load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641DC9-C69A-9F3B-43FC-93DDB61EBE05}"/>
              </a:ext>
            </a:extLst>
          </p:cNvPr>
          <p:cNvSpPr txBox="1"/>
          <p:nvPr/>
        </p:nvSpPr>
        <p:spPr>
          <a:xfrm>
            <a:off x="6400801" y="2221992"/>
            <a:ext cx="4991099" cy="6039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Main Screen (game)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Upgrade system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Dynamic UI (Upgrades get displayed)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Settings(change background </a:t>
            </a:r>
            <a:r>
              <a:rPr lang="en-US" sz="2000" dirty="0" err="1"/>
              <a:t>colour</a:t>
            </a:r>
            <a:r>
              <a:rPr lang="en-US" sz="20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21917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390F6-5E51-AECA-D01F-7582B413F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 Flows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86F50-C0B0-0D96-6AA0-AD7AA51A4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application begins with Log In page</a:t>
            </a:r>
          </a:p>
          <a:p>
            <a:r>
              <a:rPr lang="en-US" dirty="0"/>
              <a:t>The Main Game screen will display after the user logs in.</a:t>
            </a:r>
          </a:p>
          <a:p>
            <a:r>
              <a:rPr lang="en-US" dirty="0"/>
              <a:t>If the user selects forget password, route to another screen.</a:t>
            </a:r>
          </a:p>
          <a:p>
            <a:r>
              <a:rPr lang="en-US" dirty="0"/>
              <a:t>If the user rebirths, there will be another screen that allows them to get secret upgrades.</a:t>
            </a:r>
          </a:p>
          <a:p>
            <a:r>
              <a:rPr lang="en-US" dirty="0"/>
              <a:t>Options screen will display when the user clicks the options button. (Back button to return).</a:t>
            </a:r>
          </a:p>
        </p:txBody>
      </p:sp>
    </p:spTree>
    <p:extLst>
      <p:ext uri="{BB962C8B-B14F-4D97-AF65-F5344CB8AC3E}">
        <p14:creationId xmlns:p14="http://schemas.microsoft.com/office/powerpoint/2010/main" val="1764163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9C641-27EB-1C70-04D6-60504AFD9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Database, backend, </a:t>
            </a:r>
            <a:r>
              <a:rPr lang="en-US" dirty="0" err="1"/>
              <a:t>FrontEnd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21B3A-AE74-EF85-B131-D84CDC0C6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be using Firebase</a:t>
            </a:r>
          </a:p>
          <a:p>
            <a:r>
              <a:rPr lang="en-US" dirty="0"/>
              <a:t>Works incredibly well with flutter applications</a:t>
            </a:r>
          </a:p>
          <a:p>
            <a:r>
              <a:rPr lang="en-US" dirty="0"/>
              <a:t>We will use the Flame game engine</a:t>
            </a:r>
          </a:p>
          <a:p>
            <a:r>
              <a:rPr lang="en-US" dirty="0"/>
              <a:t>Sprites will either be gotten online or made by me. (</a:t>
            </a:r>
            <a:r>
              <a:rPr lang="en-US" dirty="0" err="1"/>
              <a:t>Aesprite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21330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E6B90-0C5E-2781-75C1-E49C446B1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Links and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DCF63-F6EA-BBE1-A809-DB0C43686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GitHub Repo: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https://github.com/OliverDAvino/AppDev2FinalProject.git</a:t>
            </a:r>
            <a:endParaRPr lang="en-US" dirty="0"/>
          </a:p>
          <a:p>
            <a:r>
              <a:rPr lang="en-US" dirty="0"/>
              <a:t>Our GitHub usernames:</a:t>
            </a:r>
          </a:p>
          <a:p>
            <a:pPr marL="0" indent="0">
              <a:buNone/>
            </a:pPr>
            <a:r>
              <a:rPr lang="en-US" dirty="0"/>
              <a:t>Oliver: </a:t>
            </a:r>
            <a:r>
              <a:rPr lang="en-US" dirty="0" err="1"/>
              <a:t>OliverDAvino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Kiara: </a:t>
            </a:r>
            <a:r>
              <a:rPr lang="en-US" dirty="0" err="1"/>
              <a:t>Kiarabartuccio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893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46B4-A6AC-DB62-B5E4-1252D39B6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896" y="2775204"/>
            <a:ext cx="2946208" cy="1307592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38072655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400</TotalTime>
  <Words>287</Words>
  <Application>Microsoft Macintosh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Calisto MT</vt:lpstr>
      <vt:lpstr>Univers Condensed</vt:lpstr>
      <vt:lpstr>ChronicleVTI</vt:lpstr>
      <vt:lpstr>Garden Clicker</vt:lpstr>
      <vt:lpstr>What is garden clicker</vt:lpstr>
      <vt:lpstr>Design </vt:lpstr>
      <vt:lpstr>Functionalities</vt:lpstr>
      <vt:lpstr>Screen Flows</vt:lpstr>
      <vt:lpstr>Database, backend, FrontEnd</vt:lpstr>
      <vt:lpstr>Additional Links and Details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D'Avino</dc:creator>
  <cp:lastModifiedBy>Oliver D'Avino</cp:lastModifiedBy>
  <cp:revision>1</cp:revision>
  <dcterms:created xsi:type="dcterms:W3CDTF">2026-03-25T23:00:10Z</dcterms:created>
  <dcterms:modified xsi:type="dcterms:W3CDTF">2026-03-26T05:40:24Z</dcterms:modified>
</cp:coreProperties>
</file>